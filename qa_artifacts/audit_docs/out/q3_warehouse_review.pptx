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Current 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Q3 WAREHOUSE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Supplier Performance  ·  23 October 2026  ·  Prepared for the steering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23 October 2026  ·  Supplier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Demand has outgrown the process.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Manual checks catch errors late.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Reporting is inconsistent between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Supplier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What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Three of five recurring issues share one hand-off.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review cycle adds two days without quality.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 single source of truth removes duplicate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Supplier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Publish one definition of done.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Remove second review for low-risk changes.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Automate reporting before adding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Supplier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9 weeks, three stages.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Stabilise, simplify, automate.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Each stage ends with a measurable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Supplier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Approve scope this week.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Baseline the process over two weeks.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Pilot and review at the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Supplier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