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74800</c:v>
                </c:pt>
                <c:pt idx="1">
                  <c:v>83776</c:v>
                </c:pt>
                <c:pt idx="2">
                  <c:v>90508</c:v>
                </c:pt>
                <c:pt idx="3">
                  <c:v>103223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78540</c:v>
                </c:pt>
                <c:pt idx="1">
                  <c:v>86020</c:v>
                </c:pt>
                <c:pt idx="2">
                  <c:v>97240</c:v>
                </c:pt>
                <c:pt idx="3">
                  <c:v>108460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Seed 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SEED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Lumen Fields  ·  19 October 2026  ·  Confidential investor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19 October 2026  ·  Lumen Fields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Today, Lumen teams still run the process by hand.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work is repetitive, slow and hard to audit.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Existing tools solve one slice and stop.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Lumen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Lumen Fields turns the whole workflow into one system.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Capture once, then reuse the same record everywhere.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result is measurable in weeks, not quarters.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Lumen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A single workspace for the team.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Automations replace the manual hand-offs.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An audit trail exists from day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Lumen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The addressable market is $11,968,000 a year.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segment is growing at 18% annually.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first wedge is mid-sized operators.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691640"/>
          <a:ext cx="46634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Lumen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06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1,856 units processed in the last quarter.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Revenue is $299,200, up 27% year on year.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Two design partners renewed 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Lumen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The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07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Founders have twelve years in the sector.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Engineering led two comparable platforms.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Advisors cover operations and compliance.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Lumen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08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Raising $111,800 for an 18-month runway.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60% goes to product and engineering.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next milestone is 100 paying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Lumen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