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Phishing defence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SECURITY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Phishing Defence  ·  19 October 2026  ·  Security awareness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Phishing Defence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Most breaches begin with a message.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One click can expose credentials.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Reporting early cuts the cost dramatically.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Phishing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Phishing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Bulk credential phishing.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Spear phishing aimed at a role.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Business email compromise.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Phishing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Red flags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Unexpected urgency or secrecy.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 link whose domain almost matches.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 request to move money or credentials.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Phishing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Reporting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Do not forward the message.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Use the Report button.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If credentials were entered, call the desk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Phishing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Password and MFA hygiene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Unique passwords through a manager.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Phishing-resistant MFA where possible.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Never approve a prompt you did not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Phishing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Quiz and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Spot the three red flags.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Choose the correct reporting step.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Repeat: slow down, verify,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Phishing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