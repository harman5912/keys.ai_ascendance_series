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124750</c:v>
                </c:pt>
                <c:pt idx="1">
                  <c:v>139720</c:v>
                </c:pt>
                <c:pt idx="2">
                  <c:v>150947</c:v>
                </c:pt>
                <c:pt idx="3">
                  <c:v>172155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130987</c:v>
                </c:pt>
                <c:pt idx="1">
                  <c:v>143462</c:v>
                </c:pt>
                <c:pt idx="2">
                  <c:v>162175</c:v>
                </c:pt>
                <c:pt idx="3">
                  <c:v>180887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Product launch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PRODUCT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Volta Home Battery  ·  19 October 2026  ·  Go-to-market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Volta Home Battery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Market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Home energy storage is moving mainstream.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Price parity is close in three markets.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Installers are the key channel.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Volta Home Battery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A modular battery for a standard home.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Installs in under three hours.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Works with existing solar inverters.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Volta Home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Features and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10 kWh base, expandable to 30 kWh.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92% round-trip efficiency.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Ten-year warranty.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Volta Home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Pricing and availability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From $7,400 installed.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Pre-orders open this quarter.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First deliveries in eight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Volta Home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Installer certification programme.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Regional demo days.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Referral credit for existing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Volta Home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Timeline and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Certify 40 installers by launch.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Open pre-orders with a deposit.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Book a demo this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Volta Home Battery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