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Introduction to data normalisation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Introduction to Data Normalisation  ·  19 October 2026  ·  Lesson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Introduction to Data Normalisation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Explain why normalisation exists.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Apply 1NF, 2NF and 3NF to examples.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Recognise when to stop normalising.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Introduction to Data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Duplication creates drift.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Updates touch one place instead of many.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schema becomes easier to reason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Introduction to Data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First normal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Every column holds one value.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No repeating groups.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Each row has a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Introduction to Data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Second normal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Meet 1NF.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Every non-key column depends on the whole key.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Split partial dependencies into their own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Introduction to Data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Third normal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Meet 2NF.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No non-key column depends on another non-key column.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Move transitive dependencies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Introduction to Data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Worked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Start with an order sheet.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Separate customer, product and order lines.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Check each step against the definitions.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Introduction to Data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Common mistakes and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Normalising everything, including reporting.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Forgetting the key on a junction table.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Denormalise deliberately, not by accident.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Introduction to Data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