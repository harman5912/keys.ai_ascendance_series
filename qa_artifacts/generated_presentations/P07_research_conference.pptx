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135850</c:v>
                </c:pt>
                <c:pt idx="1">
                  <c:v>152152</c:v>
                </c:pt>
                <c:pt idx="2">
                  <c:v>164378</c:v>
                </c:pt>
                <c:pt idx="3">
                  <c:v>187473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142642</c:v>
                </c:pt>
                <c:pt idx="1">
                  <c:v>156227</c:v>
                </c:pt>
                <c:pt idx="2">
                  <c:v>176605</c:v>
                </c:pt>
                <c:pt idx="3">
                  <c:v>196982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1554480"/>
            <a:ext cx="10058400" cy="182880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Sparse retrieval at scale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28016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9875520" cy="36576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9A227"/>
                </a:solidFill>
                <a:latin typeface="Calibri"/>
              </a:rPr>
              <a:t>CONFERENCE TALK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566160"/>
            <a:ext cx="9692640" cy="82296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8CFDA"/>
                </a:solidFill>
                <a:latin typeface="Calibri"/>
              </a:rPr>
              <a:t>Sparse Retrieval at Scale  ·  19 October 2026  ·  Research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06440"/>
            <a:ext cx="10058400" cy="32004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C97A8"/>
                </a:solidFill>
                <a:latin typeface="Calibri"/>
              </a:rPr>
              <a:t>Prepared 19 October 2026  ·  Sparse Retrieval at Scale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02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Dense retrieval is expensive at corpus scale.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Sparse methods are cheaper but lose semantics.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The question is how much quality the gap costs.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Sparse Retrieval at 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Related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03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BM25 remains a strong baseline.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Learned sparse models close part of the gap.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Most studies use smaller corpora than production.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Sparse Retrieval at 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Method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04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A two-stage sparse retriever.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Term weighting learned from click data.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A cheap reranker over the top 200 candidates.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Sparse Retrieval at 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Experimental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05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Three corpora up to 40 million passages.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Recall at 10 and 100 as primary metrics.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Latency measured at the 95th percentile.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Sparse Retrieval at 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06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Recall improved 9 points over BM25.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Latency stayed under 45 ms.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The reranker added 6 ms at p95.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309360" y="1691640"/>
          <a:ext cx="466344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Sparse Retrieval at 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07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Click data biases the weighting.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One corpus is English-only.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Cost was measured on one hardware profile.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Sparse Retrieval at 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Conclusion and 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08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Sparse retrieval remains competitive.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The reranker carries most of the gain.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Full method and references in the paper.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Sparse Retrieval at 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