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Platform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Mosaic Gateway  ·  19 October 2026  ·  Technical 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19 October 2026  ·  Mosaic Gateway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Three teams depend on the same data path.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current scripts are hard to observe.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goal is a replaceable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Mosaic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Collector at the edge.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Validating ingest API.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Enrichment workers and a control plane.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Mosaic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Sensor reading buffered locally.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Batch authenticated and validated per record.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Written to time-series storage, raw payload archived.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Mosaic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Time-series store for queries.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Object store for raw payloads.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Retention policy owned by the control plane.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Mosaic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mTLS between collector and ingest.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Least-privilege service roles.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Every state change audited.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Mosaic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Deployment and observability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07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Blue/green release per component.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Health gates before traffic moves.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Latency and loss dashboards from day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Mosaic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