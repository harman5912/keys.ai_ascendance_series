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Project status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PROJECT STATUS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Atlas Migration  ·  19 October 2026  ·  Steering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Atlas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Original scope is unchanged.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Two extensions were deferred.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Acceptance criteria are agreed.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Atlas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Timeline vs actual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Three of five milestones landed on time.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Integration slipped by nine days.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launch date is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Atlas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Completed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Data model signed off.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Migration rehearsed twice.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Security review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Atlas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In-flight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Cutover rehearsal.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Support rota and training.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Rollback runbook.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Atlas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Risks and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Spend is 59% of the envelope.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Risk: one integration depends on a third party.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Contingency is untouched.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Atlas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Decisions and next period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Approve the cutover window.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Confirm support cover for week one.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Review again after go-live.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Atlas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