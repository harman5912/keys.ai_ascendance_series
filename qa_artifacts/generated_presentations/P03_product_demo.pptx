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1554480"/>
            <a:ext cx="10058400" cy="182880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Product demonstration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28016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9875520" cy="36576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9A227"/>
                </a:solidFill>
                <a:latin typeface="Calibri"/>
              </a:rPr>
              <a:t>PRODUCT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566160"/>
            <a:ext cx="9692640" cy="82296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C8CFDA"/>
                </a:solidFill>
                <a:latin typeface="Calibri"/>
              </a:rPr>
              <a:t>Orbit Desktop  ·  19 October 2026  ·  Guided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806440"/>
            <a:ext cx="10058400" cy="32004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C97A8"/>
                </a:solidFill>
                <a:latin typeface="Calibri"/>
              </a:rPr>
              <a:t>Prepared 19 October 2026  ·  Orbit Desktop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02 / 07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One workspace, three core workflows.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Everything is searchable from the command bar.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No setup beyond signing 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Orbit Desktop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Key workflows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03 / 07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Create, review and publish.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Bulk actions from any filtered view.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Share a read-only link with one click.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Orbit Desktop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Live walkthrough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04 / 07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Start from the inbox.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Resolve the first item end to end.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Export the audit record.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Orbit Desktop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Integrations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05 / 07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Calendar and email are native.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Webhooks for everything else.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CSV and XLSX import for legacy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Orbit Desktop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Security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06 / 07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SSO and role-based access.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Data encrypted at rest and in transit.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Regional data residency available.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Orbit Desktop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Pricing and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07 / 07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Per-seat pricing with a free tier.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Pilot in one team for two weeks.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Review usage before committing.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Orbit Desktop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