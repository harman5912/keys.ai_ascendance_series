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134000</c:v>
                </c:pt>
                <c:pt idx="1">
                  <c:v>150080</c:v>
                </c:pt>
                <c:pt idx="2">
                  <c:v>162140</c:v>
                </c:pt>
                <c:pt idx="3">
                  <c:v>184920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140700</c:v>
                </c:pt>
                <c:pt idx="1">
                  <c:v>154100</c:v>
                </c:pt>
                <c:pt idx="2">
                  <c:v>174200</c:v>
                </c:pt>
                <c:pt idx="3">
                  <c:v>194300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Inventory Management System — Technical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INVENTORY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Inventory Management System — Technical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22 October 2026  · 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Develop a robust inventory management system to efficiently track and manage product stock levels.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Improve accuracy in tracking inventory levels.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Enhance user experience with intuitive interfaces.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Ensure data security and integrity.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system is designed as a microservices architecture, consisting of a frontend, backend, database, and API layer.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21408"/>
          <a:ext cx="9966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User interface for product management.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Handles business logic and data processing.</a:t>
                      </a:r>
                    </a:p>
                  </a:txBody>
                  <a:tcPr>
                    <a:solidFill>
                      <a:srgbClr val="EAE6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Stores inventory data securely.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Exposes services to other systems.</a:t>
                      </a:r>
                    </a:p>
                  </a:txBody>
                  <a:tcPr>
                    <a:solidFill>
                      <a:srgbClr val="EAE6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technology stack includes Node.js, Express, MongoDB for the backend, React for the frontend, and PostgreSQL as the database.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Node.js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JavaScript runtime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database schema includes tables for products, inventory, and orders.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21408"/>
          <a:ext cx="99669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Table Name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Columns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id, name, description, price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Inventory</a:t>
                      </a:r>
                    </a:p>
                  </a:txBody>
                  <a:tcPr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product_id, quantity</a:t>
                      </a:r>
                    </a:p>
                  </a:txBody>
                  <a:tcPr>
                    <a:solidFill>
                      <a:srgbClr val="EAE6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id, product_id, quantity, order_date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API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API provides endpoints for adding products, updating inventory levels, and retrieving product details.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GET /products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Retrieve all products.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User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08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user interface includes screens for adding new products, viewing product details, and managing inventory levels.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Add Product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Enter product name, description,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Security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09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Security measures include parameterised SQL queries, input validation, and database CHECK constraints to prevent SQL injection and ensure data integrity.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Parameterised Queries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Prevent SQL injection by using placeholders for user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10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testing strategy includes automated unit tests and browser checks to ensure system reliability.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Automated Unit Tests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32/19 tests passed.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Actual Test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11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total inventory value is $54,200.00.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Low-Stock Products: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Mouse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Laptop Stand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691640"/>
          <a:ext cx="4663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12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system currently supports five products and has limitations in terms of scalability and performance for large datasets.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Scalability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Limited support for concurrent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13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Future improvements include adding features like product search, order tracking, and integration with other systems.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Product Search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Enhance user experience by allowing users to search for products.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14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Inventory Management System is a robust solution for efficiently managing product stock levels, ensuring data security and integrity, and providing an intuitive user interface.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Success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System has been successfully deployed and 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