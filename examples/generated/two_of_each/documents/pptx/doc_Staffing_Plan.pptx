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Staffing Plan — Pulse Clinic Q4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STAFFING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Pulse Clinic Q4 Staffing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20 October 2026  ·  Pulse Clinic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new 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New nurse triage lane adding 4 roles, one vacancy remaining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Lane capacity: 20 patients per hour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Expected patient load: 180 patients in 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Pulse Clinic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roles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37360"/>
          <a:ext cx="9966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Q4 headcount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Wage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20 patients/hour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Nurse 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Pulse Clinic 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vacancy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One vacancy remaining for the nurse triage 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Pulse Clinic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Please provide staffing recommendations for the new nurse triage lane in 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Pulse Clinic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