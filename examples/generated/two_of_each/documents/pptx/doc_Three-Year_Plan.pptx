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100700</c:v>
                </c:pt>
                <c:pt idx="1">
                  <c:v>112784</c:v>
                </c:pt>
                <c:pt idx="2">
                  <c:v>121847</c:v>
                </c:pt>
                <c:pt idx="3">
                  <c:v>138966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105735</c:v>
                </c:pt>
                <c:pt idx="1">
                  <c:v>115804</c:v>
                </c:pt>
                <c:pt idx="2">
                  <c:v>130910</c:v>
                </c:pt>
                <c:pt idx="3">
                  <c:v>146015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54480"/>
            <a:ext cx="10058400" cy="182880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Three-Year Plan — Fern Flint Organics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28016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A227"/>
                </a:solidFill>
                <a:latin typeface="Calibri"/>
              </a:rPr>
              <a:t>THREE-YEAR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9692640" cy="82296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8CFDA"/>
                </a:solidFill>
                <a:latin typeface="Calibri"/>
              </a:rPr>
              <a:t>Three-Year Plan for Fern Flint Organics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C97A8"/>
                </a:solidFill>
                <a:latin typeface="Calibri"/>
              </a:rPr>
              <a:t>Prepared 20 October 2026  ·  Fern Flint Organics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The Two Markets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02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Fern Flint Organics aims to expand into two new markets: urban agriculture and regional distribution.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Urban agriculture will focus on community gardens and local food hubs.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Regional distribution will serve nearby towns and cities.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2023 - Market Research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2024 - Pilot Projects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2025 - Full Expansion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1691640"/>
          <a:ext cx="46634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Fern Flint Organics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Grow-Site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03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Fern Flint Organics plans to open a second grow site in the next two years.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Site A: Q1 2024, Expansion of Urban Agriculture.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Site B: Q3 2025, Expansion of Regional Distribution.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2024 - Site A Construction Start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2025 - Site B Construction Completion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3657600"/>
          <a:ext cx="996696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498348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Site Name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>
                    <a:solidFill>
                      <a:srgbClr val="10182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Site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Q1 2024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Site B</a:t>
                      </a:r>
                    </a:p>
                  </a:txBody>
                  <a:tcPr>
                    <a:solidFill>
                      <a:srgbClr val="EAE6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B25"/>
                          </a:solidFill>
                          <a:latin typeface="Calibri"/>
                        </a:rPr>
                        <a:t>Q3 2025</a:t>
                      </a:r>
                    </a:p>
                  </a:txBody>
                  <a:tcPr>
                    <a:solidFill>
                      <a:srgbClr val="EAE6D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Fern Flint Organics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Targets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04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Fern Flint Organics aims to reach a revenue target of $1 million by the end of 2025.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Year 1 - $300,000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Year 2 - $400,000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Year 3 - $300,000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2023 - Initial Setup Costs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2024 - First Year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Fern Flint Organics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058400" cy="822960"/>
          </a:xfrm>
        </p:spPr>
        <p:txBody>
          <a:bodyPr/>
          <a:lstStyle/>
          <a:p>
            <a:r>
              <a:rPr sz="2800" b="1">
                <a:solidFill>
                  <a:srgbClr val="101828"/>
                </a:solidFill>
                <a:latin typeface="Calibri"/>
              </a:rPr>
              <a:t>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385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E6878"/>
                </a:solidFill>
                <a:latin typeface="Calibri"/>
              </a:rPr>
              <a:t>05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058400" cy="13716"/>
          </a:xfrm>
          <a:prstGeom prst="rect">
            <a:avLst/>
          </a:prstGeom>
          <a:solidFill>
            <a:srgbClr val="D8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996696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>
                <a:solidFill>
                  <a:srgbClr val="161B25"/>
                </a:solidFill>
                <a:latin typeface="Calibri"/>
              </a:rPr>
              <a:t>—  Fern Flint Organics seeks $500,000 in funding to support the expansion into two new markets and the opening of a second grow site.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Initial Setup Costs: $200,000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Marketing Expenses: $150,000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Grow-Site Expansion: $100,000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Total Funding Requested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161B25"/>
                </a:solidFill>
                <a:latin typeface="Calibri"/>
              </a:rPr>
              <a:t>—  Funding Source: Private Investors and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640080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Fern Flint Organics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98932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E68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