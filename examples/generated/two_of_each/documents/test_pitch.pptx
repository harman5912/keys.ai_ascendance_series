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74800</c:v>
                </c:pt>
                <c:pt idx="1">
                  <c:v>83776</c:v>
                </c:pt>
                <c:pt idx="2">
                  <c:v>90508</c:v>
                </c:pt>
                <c:pt idx="3">
                  <c:v>103223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78540</c:v>
                </c:pt>
                <c:pt idx="1">
                  <c:v>86020</c:v>
                </c:pt>
                <c:pt idx="2">
                  <c:v>97240</c:v>
                </c:pt>
                <c:pt idx="3">
                  <c:v>108460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Seed Pitch — Lumen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SEED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Vertical farming startup in Rotterdam seeking €2.4M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20 October 2026  ·  Lumen 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Urban food scarcity and environmental concerns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Increased demand for fresh 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Farm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Lumen Fields, a vertical farming startup in Rotterdam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1000 square meters of growing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Cost per unit: €250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€2.4M seed to expand farm and increase production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Targeted return on investment: 35% over 5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Market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The segment around Lumen Fields is growing.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Buyers are consolidating vendors.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window to lead is open.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691640"/>
          <a:ext cx="4663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Lumen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